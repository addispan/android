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5ea9a26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5ea9a26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Golf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057575" y="578175"/>
            <a:ext cx="2294100" cy="376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386150" y="578175"/>
            <a:ext cx="2294100" cy="376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524550" y="757150"/>
            <a:ext cx="1985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第1洞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130875" y="623325"/>
            <a:ext cx="2115300" cy="3587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524550" y="1556650"/>
            <a:ext cx="4149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67425" y="1556650"/>
            <a:ext cx="1442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總和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6524550" y="1906450"/>
            <a:ext cx="1985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總和是....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524550" y="1147650"/>
            <a:ext cx="1985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第2洞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195975" y="757150"/>
            <a:ext cx="1985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第1洞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195975" y="1456750"/>
            <a:ext cx="1985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總和是....</a:t>
            </a:r>
            <a:endParaRPr/>
          </a:p>
        </p:txBody>
      </p:sp>
      <p:cxnSp>
        <p:nvCxnSpPr>
          <p:cNvPr id="70" name="Google Shape;70;p14"/>
          <p:cNvCxnSpPr/>
          <p:nvPr/>
        </p:nvCxnSpPr>
        <p:spPr>
          <a:xfrm flipH="1" rot="10800000">
            <a:off x="3392500" y="871175"/>
            <a:ext cx="626400" cy="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4018825" y="683200"/>
            <a:ext cx="15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ScrollView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4018825" y="1456750"/>
            <a:ext cx="18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LinearLayout 水平</a:t>
            </a:r>
            <a:endParaRPr/>
          </a:p>
        </p:txBody>
      </p:sp>
      <p:cxnSp>
        <p:nvCxnSpPr>
          <p:cNvPr id="73" name="Google Shape;73;p14"/>
          <p:cNvCxnSpPr/>
          <p:nvPr/>
        </p:nvCxnSpPr>
        <p:spPr>
          <a:xfrm flipH="1" rot="10800000">
            <a:off x="3164725" y="1627650"/>
            <a:ext cx="903000" cy="5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4" name="Google Shape;74;p14"/>
          <p:cNvSpPr/>
          <p:nvPr/>
        </p:nvSpPr>
        <p:spPr>
          <a:xfrm>
            <a:off x="1195975" y="1033000"/>
            <a:ext cx="1985100" cy="400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195975" y="1106950"/>
            <a:ext cx="4149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738850" y="1106950"/>
            <a:ext cx="1442100" cy="252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總和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4008563" y="1073700"/>
            <a:ext cx="18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LinearLayout 垂直</a:t>
            </a:r>
            <a:endParaRPr/>
          </a:p>
        </p:txBody>
      </p:sp>
      <p:cxnSp>
        <p:nvCxnSpPr>
          <p:cNvPr id="78" name="Google Shape;78;p14"/>
          <p:cNvCxnSpPr>
            <a:endCxn id="77" idx="1"/>
          </p:cNvCxnSpPr>
          <p:nvPr/>
        </p:nvCxnSpPr>
        <p:spPr>
          <a:xfrm flipH="1" rot="10800000">
            <a:off x="3148463" y="1273800"/>
            <a:ext cx="860100" cy="13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
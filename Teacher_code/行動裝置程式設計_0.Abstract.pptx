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ixie One"/>
      <p:regular r:id="rId15"/>
    </p:embeddedFon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ixieOne-regular.fntdata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bee290f4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bee290f4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7ed57543b3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7ed57543b3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81018a41f2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81018a41f2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81018a41f2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81018a41f2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ed57543b3_0_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ed57543b3_0_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bee290f421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bee290f42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81018a41f2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81018a41f2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81018a41f2_0_1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81018a41f2_0_1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flipH="1" rot="10800000">
            <a:off x="3919993" y="3977033"/>
            <a:ext cx="1303500" cy="11283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/>
          <p:nvPr/>
        </p:nvSpPr>
        <p:spPr>
          <a:xfrm rot="5400000">
            <a:off x="3809057" y="-81000"/>
            <a:ext cx="1525500" cy="17616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>
                <a:solidFill>
                  <a:srgbClr val="000000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/>
          <p:nvPr/>
        </p:nvSpPr>
        <p:spPr>
          <a:xfrm flipH="1" rot="10800000">
            <a:off x="2809875" y="-172875"/>
            <a:ext cx="1111500" cy="9624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"/>
          <p:cNvSpPr/>
          <p:nvPr/>
        </p:nvSpPr>
        <p:spPr>
          <a:xfrm flipH="1" rot="10800000">
            <a:off x="3602723" y="1360109"/>
            <a:ext cx="493800" cy="427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/>
          <p:nvPr/>
        </p:nvSpPr>
        <p:spPr>
          <a:xfrm flipH="1" rot="10800000">
            <a:off x="5278915" y="855279"/>
            <a:ext cx="944700" cy="818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 flipH="1" rot="10800000">
            <a:off x="5365799" y="352324"/>
            <a:ext cx="493800" cy="4272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" name="Google Shape;18;p2"/>
          <p:cNvGrpSpPr/>
          <p:nvPr/>
        </p:nvGrpSpPr>
        <p:grpSpPr>
          <a:xfrm>
            <a:off x="5549153" y="1029780"/>
            <a:ext cx="404640" cy="374059"/>
            <a:chOff x="5975075" y="2327500"/>
            <a:chExt cx="420100" cy="388350"/>
          </a:xfrm>
        </p:grpSpPr>
        <p:sp>
          <p:nvSpPr>
            <p:cNvPr id="19" name="Google Shape;19;p2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"/>
          <p:cNvSpPr/>
          <p:nvPr/>
        </p:nvSpPr>
        <p:spPr>
          <a:xfrm>
            <a:off x="3253021" y="113273"/>
            <a:ext cx="225085" cy="38996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" name="Google Shape;22;p2"/>
          <p:cNvGrpSpPr/>
          <p:nvPr/>
        </p:nvGrpSpPr>
        <p:grpSpPr>
          <a:xfrm>
            <a:off x="4380526" y="515192"/>
            <a:ext cx="382958" cy="607111"/>
            <a:chOff x="6718575" y="2318625"/>
            <a:chExt cx="256950" cy="407375"/>
          </a:xfrm>
        </p:grpSpPr>
        <p:sp>
          <p:nvSpPr>
            <p:cNvPr id="23" name="Google Shape;23;p2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3199464" y="902959"/>
            <a:ext cx="395018" cy="403297"/>
            <a:chOff x="3951850" y="2985350"/>
            <a:chExt cx="407950" cy="416500"/>
          </a:xfrm>
        </p:grpSpPr>
        <p:sp>
          <p:nvSpPr>
            <p:cNvPr id="32" name="Google Shape;32;p2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"/>
          <p:cNvSpPr/>
          <p:nvPr/>
        </p:nvSpPr>
        <p:spPr>
          <a:xfrm flipH="1" rot="10800000">
            <a:off x="5010533" y="4576648"/>
            <a:ext cx="1032900" cy="8946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 flipH="1" rot="10800000">
            <a:off x="5133679" y="4056450"/>
            <a:ext cx="540000" cy="4674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 flipH="1" rot="10800000">
            <a:off x="3101709" y="3629719"/>
            <a:ext cx="1032900" cy="8940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 flipH="1" rot="10800000">
            <a:off x="3530384" y="4576662"/>
            <a:ext cx="452100" cy="3912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70705" y="4867761"/>
            <a:ext cx="312503" cy="312484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" name="Google Shape;41;p2"/>
          <p:cNvGrpSpPr/>
          <p:nvPr/>
        </p:nvGrpSpPr>
        <p:grpSpPr>
          <a:xfrm>
            <a:off x="5772008" y="4056440"/>
            <a:ext cx="573943" cy="550550"/>
            <a:chOff x="5241175" y="4959100"/>
            <a:chExt cx="539775" cy="517775"/>
          </a:xfrm>
        </p:grpSpPr>
        <p:sp>
          <p:nvSpPr>
            <p:cNvPr id="42" name="Google Shape;42;p2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" name="Google Shape;48;p2"/>
          <p:cNvSpPr/>
          <p:nvPr/>
        </p:nvSpPr>
        <p:spPr>
          <a:xfrm>
            <a:off x="3429208" y="3904791"/>
            <a:ext cx="377839" cy="343685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 txBox="1"/>
          <p:nvPr>
            <p:ph idx="1" type="subTitle"/>
          </p:nvPr>
        </p:nvSpPr>
        <p:spPr>
          <a:xfrm>
            <a:off x="1723950" y="2789729"/>
            <a:ext cx="5696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 flipH="1" rot="10800000">
            <a:off x="-94969" y="303826"/>
            <a:ext cx="1034700" cy="8958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" name="Google Shape;52;p3"/>
          <p:cNvSpPr/>
          <p:nvPr/>
        </p:nvSpPr>
        <p:spPr>
          <a:xfrm rot="5400000">
            <a:off x="559400" y="1538825"/>
            <a:ext cx="1788000" cy="20646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" name="Google Shape;53;p3"/>
          <p:cNvSpPr txBox="1"/>
          <p:nvPr>
            <p:ph type="ctrTitle"/>
          </p:nvPr>
        </p:nvSpPr>
        <p:spPr>
          <a:xfrm>
            <a:off x="2743200" y="1735750"/>
            <a:ext cx="56388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p3"/>
          <p:cNvSpPr txBox="1"/>
          <p:nvPr>
            <p:ph idx="1" type="subTitle"/>
          </p:nvPr>
        </p:nvSpPr>
        <p:spPr>
          <a:xfrm>
            <a:off x="2743200" y="2821004"/>
            <a:ext cx="5696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"/>
          <p:cNvSpPr/>
          <p:nvPr/>
        </p:nvSpPr>
        <p:spPr>
          <a:xfrm flipH="1" rot="10800000">
            <a:off x="66674" y="313542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 flipH="1" rot="10800000">
            <a:off x="828675" y="351655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 flipH="1" rot="10800000">
            <a:off x="761999" y="87795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 flipH="1" rot="10800000">
            <a:off x="793851" y="4692801"/>
            <a:ext cx="517500" cy="4479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3"/>
          <p:cNvGrpSpPr/>
          <p:nvPr/>
        </p:nvGrpSpPr>
        <p:grpSpPr>
          <a:xfrm>
            <a:off x="996359" y="1070668"/>
            <a:ext cx="351204" cy="324661"/>
            <a:chOff x="5975075" y="2327500"/>
            <a:chExt cx="420100" cy="388350"/>
          </a:xfrm>
        </p:grpSpPr>
        <p:sp>
          <p:nvSpPr>
            <p:cNvPr id="60" name="Google Shape;60;p3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3"/>
          <p:cNvSpPr/>
          <p:nvPr/>
        </p:nvSpPr>
        <p:spPr>
          <a:xfrm>
            <a:off x="393600" y="334662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3"/>
          <p:cNvGrpSpPr/>
          <p:nvPr/>
        </p:nvGrpSpPr>
        <p:grpSpPr>
          <a:xfrm>
            <a:off x="305253" y="553856"/>
            <a:ext cx="247469" cy="392302"/>
            <a:chOff x="6718575" y="2318625"/>
            <a:chExt cx="256950" cy="407375"/>
          </a:xfrm>
        </p:grpSpPr>
        <p:sp>
          <p:nvSpPr>
            <p:cNvPr id="64" name="Google Shape;64;p3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" name="Google Shape;72;p3"/>
          <p:cNvGrpSpPr/>
          <p:nvPr/>
        </p:nvGrpSpPr>
        <p:grpSpPr>
          <a:xfrm>
            <a:off x="1419984" y="3634331"/>
            <a:ext cx="342882" cy="350068"/>
            <a:chOff x="3951850" y="2985350"/>
            <a:chExt cx="407950" cy="416500"/>
          </a:xfrm>
        </p:grpSpPr>
        <p:sp>
          <p:nvSpPr>
            <p:cNvPr id="73" name="Google Shape;73;p3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3"/>
          <p:cNvSpPr/>
          <p:nvPr/>
        </p:nvSpPr>
        <p:spPr>
          <a:xfrm flipH="1" rot="10800000">
            <a:off x="733424" y="393602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 flipH="1" rot="10800000">
            <a:off x="738525" y="10085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 flipH="1" rot="10800000">
            <a:off x="-291325" y="4148475"/>
            <a:ext cx="1182300" cy="10236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 flipH="1" rot="10800000">
            <a:off x="420725" y="-652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019338" y="4167058"/>
            <a:ext cx="248073" cy="248058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3"/>
          <p:cNvGrpSpPr/>
          <p:nvPr/>
        </p:nvGrpSpPr>
        <p:grpSpPr>
          <a:xfrm>
            <a:off x="-50285" y="1452794"/>
            <a:ext cx="624844" cy="599376"/>
            <a:chOff x="5241175" y="4959100"/>
            <a:chExt cx="539775" cy="517775"/>
          </a:xfrm>
        </p:grpSpPr>
        <p:sp>
          <p:nvSpPr>
            <p:cNvPr id="83" name="Google Shape;83;p3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3"/>
          <p:cNvSpPr/>
          <p:nvPr/>
        </p:nvSpPr>
        <p:spPr>
          <a:xfrm>
            <a:off x="47199" y="4430470"/>
            <a:ext cx="505231" cy="459562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r">
              <a:buNone/>
              <a:defRPr sz="1300"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 flipH="1" rot="10800000">
            <a:off x="-94969" y="619169"/>
            <a:ext cx="1034700" cy="8958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4"/>
          <p:cNvSpPr/>
          <p:nvPr/>
        </p:nvSpPr>
        <p:spPr>
          <a:xfrm rot="5400000">
            <a:off x="499599" y="1905237"/>
            <a:ext cx="1146000" cy="13233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4"/>
          <p:cNvSpPr txBox="1"/>
          <p:nvPr>
            <p:ph idx="1" type="body"/>
          </p:nvPr>
        </p:nvSpPr>
        <p:spPr>
          <a:xfrm>
            <a:off x="2051200" y="2085600"/>
            <a:ext cx="62823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600"/>
              </a:spcBef>
              <a:spcAft>
                <a:spcPts val="0"/>
              </a:spcAft>
              <a:buSzPts val="2400"/>
              <a:buFont typeface="Nixie One"/>
              <a:buChar char="◇"/>
              <a:defRPr sz="2400">
                <a:latin typeface="Nixie One"/>
                <a:ea typeface="Nixie One"/>
                <a:cs typeface="Nixie One"/>
                <a:sym typeface="Nixie One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￭"/>
              <a:defRPr sz="2400">
                <a:latin typeface="Nixie One"/>
                <a:ea typeface="Nixie One"/>
                <a:cs typeface="Nixie One"/>
                <a:sym typeface="Nixie One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￮"/>
              <a:defRPr sz="2400">
                <a:latin typeface="Nixie One"/>
                <a:ea typeface="Nixie One"/>
                <a:cs typeface="Nixie One"/>
                <a:sym typeface="Nixie One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●"/>
              <a:defRPr sz="2400">
                <a:latin typeface="Nixie One"/>
                <a:ea typeface="Nixie One"/>
                <a:cs typeface="Nixie One"/>
                <a:sym typeface="Nixie One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○"/>
              <a:defRPr sz="2400">
                <a:latin typeface="Nixie One"/>
                <a:ea typeface="Nixie One"/>
                <a:cs typeface="Nixie One"/>
                <a:sym typeface="Nixie One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Nixie One"/>
              <a:buChar char="■"/>
              <a:defRPr sz="2400">
                <a:latin typeface="Nixie One"/>
                <a:ea typeface="Nixie One"/>
                <a:cs typeface="Nixie One"/>
                <a:sym typeface="Nixie One"/>
              </a:defRPr>
            </a:lvl9pPr>
          </a:lstStyle>
          <a:p/>
        </p:txBody>
      </p:sp>
      <p:sp>
        <p:nvSpPr>
          <p:cNvPr id="95" name="Google Shape;95;p4"/>
          <p:cNvSpPr/>
          <p:nvPr/>
        </p:nvSpPr>
        <p:spPr>
          <a:xfrm flipH="1" rot="10800000">
            <a:off x="-123826" y="28115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 flipH="1" rot="10800000">
            <a:off x="638175" y="31927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 flipH="1" rot="10800000">
            <a:off x="752474" y="120180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 flipH="1" rot="10800000">
            <a:off x="657225" y="438017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4"/>
          <p:cNvGrpSpPr/>
          <p:nvPr/>
        </p:nvGrpSpPr>
        <p:grpSpPr>
          <a:xfrm>
            <a:off x="986834" y="1394518"/>
            <a:ext cx="351204" cy="324661"/>
            <a:chOff x="5975075" y="2327500"/>
            <a:chExt cx="420100" cy="388350"/>
          </a:xfrm>
        </p:grpSpPr>
        <p:sp>
          <p:nvSpPr>
            <p:cNvPr id="100" name="Google Shape;100;p4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4"/>
          <p:cNvSpPr/>
          <p:nvPr/>
        </p:nvSpPr>
        <p:spPr>
          <a:xfrm>
            <a:off x="203100" y="302277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4"/>
          <p:cNvGrpSpPr/>
          <p:nvPr/>
        </p:nvGrpSpPr>
        <p:grpSpPr>
          <a:xfrm>
            <a:off x="295728" y="877706"/>
            <a:ext cx="247469" cy="392302"/>
            <a:chOff x="6718575" y="2318625"/>
            <a:chExt cx="256950" cy="407375"/>
          </a:xfrm>
        </p:grpSpPr>
        <p:sp>
          <p:nvSpPr>
            <p:cNvPr id="104" name="Google Shape;104;p4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19B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4"/>
          <p:cNvGrpSpPr/>
          <p:nvPr/>
        </p:nvGrpSpPr>
        <p:grpSpPr>
          <a:xfrm>
            <a:off x="1229484" y="3310481"/>
            <a:ext cx="342882" cy="350068"/>
            <a:chOff x="3951850" y="2985350"/>
            <a:chExt cx="407950" cy="416500"/>
          </a:xfrm>
        </p:grpSpPr>
        <p:sp>
          <p:nvSpPr>
            <p:cNvPr id="113" name="Google Shape;113;p4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4"/>
          <p:cNvSpPr/>
          <p:nvPr/>
        </p:nvSpPr>
        <p:spPr>
          <a:xfrm flipH="1" rot="10800000">
            <a:off x="542924" y="36121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 flipH="1" rot="10800000">
            <a:off x="729000" y="4247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 flipH="1" rot="10800000">
            <a:off x="-115052" y="3996025"/>
            <a:ext cx="819900" cy="7098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 flipH="1" rot="10800000">
            <a:off x="411200" y="2586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828838" y="3843208"/>
            <a:ext cx="248073" cy="248058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Google Shape;122;p4"/>
          <p:cNvGrpSpPr/>
          <p:nvPr/>
        </p:nvGrpSpPr>
        <p:grpSpPr>
          <a:xfrm>
            <a:off x="67092" y="1681690"/>
            <a:ext cx="455624" cy="437054"/>
            <a:chOff x="5241175" y="4959100"/>
            <a:chExt cx="539775" cy="517775"/>
          </a:xfrm>
        </p:grpSpPr>
        <p:sp>
          <p:nvSpPr>
            <p:cNvPr id="123" name="Google Shape;123;p4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4"/>
          <p:cNvSpPr/>
          <p:nvPr/>
        </p:nvSpPr>
        <p:spPr>
          <a:xfrm>
            <a:off x="144926" y="4214500"/>
            <a:ext cx="299952" cy="272838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94000" y="1929581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0">
                <a:solidFill>
                  <a:srgbClr val="FFFFFF"/>
                </a:solidFill>
                <a:latin typeface="Nixie One"/>
                <a:ea typeface="Nixie One"/>
                <a:cs typeface="Nixie One"/>
                <a:sym typeface="Nixie One"/>
              </a:rPr>
              <a:t>“</a:t>
            </a:r>
            <a:endParaRPr sz="12000">
              <a:solidFill>
                <a:srgbClr val="FFFFFF"/>
              </a:solidFill>
              <a:latin typeface="Nixie One"/>
              <a:ea typeface="Nixie One"/>
              <a:cs typeface="Nixie One"/>
              <a:sym typeface="Nixie One"/>
            </a:endParaRPr>
          </a:p>
        </p:txBody>
      </p:sp>
      <p:sp>
        <p:nvSpPr>
          <p:cNvPr id="131" name="Google Shape;131;p4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buNone/>
              <a:defRPr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 flipH="1" rot="10800000">
            <a:off x="7663675" y="3684808"/>
            <a:ext cx="1034700" cy="8958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5"/>
          <p:cNvSpPr/>
          <p:nvPr/>
        </p:nvSpPr>
        <p:spPr>
          <a:xfrm rot="5400000">
            <a:off x="499599" y="157100"/>
            <a:ext cx="1146000" cy="13233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5"/>
          <p:cNvSpPr txBox="1"/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Font typeface="Muli"/>
              <a:buChar char="◇"/>
              <a:defRPr>
                <a:latin typeface="Muli"/>
                <a:ea typeface="Muli"/>
                <a:cs typeface="Muli"/>
                <a:sym typeface="Mul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￭"/>
              <a:defRPr>
                <a:latin typeface="Muli"/>
                <a:ea typeface="Muli"/>
                <a:cs typeface="Muli"/>
                <a:sym typeface="Mul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￮"/>
              <a:defRPr>
                <a:latin typeface="Muli"/>
                <a:ea typeface="Muli"/>
                <a:cs typeface="Muli"/>
                <a:sym typeface="Mul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137" name="Google Shape;137;p5"/>
          <p:cNvSpPr/>
          <p:nvPr/>
        </p:nvSpPr>
        <p:spPr>
          <a:xfrm flipH="1" rot="10800000">
            <a:off x="-123826" y="10589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 flipH="1" rot="10800000">
            <a:off x="638175" y="14401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 flipH="1" rot="10800000">
            <a:off x="1495424" y="-13165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 flipH="1" rot="10800000">
            <a:off x="327800" y="889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 flipH="1" rot="10800000">
            <a:off x="8486774" y="42307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 flipH="1" rot="10800000">
            <a:off x="8124824" y="46157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 flipH="1" rot="10800000">
            <a:off x="7821348" y="2935400"/>
            <a:ext cx="819900" cy="7098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 flipH="1" rot="10800000">
            <a:off x="8486775" y="351217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" name="Google Shape;145;p5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46" name="Google Shape;146;p5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5"/>
          <p:cNvSpPr/>
          <p:nvPr/>
        </p:nvSpPr>
        <p:spPr>
          <a:xfrm>
            <a:off x="203100" y="127017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8772688" y="4461808"/>
            <a:ext cx="248073" cy="248058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0" name="Google Shape;150;p5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151" name="Google Shape;151;p5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5"/>
          <p:cNvSpPr/>
          <p:nvPr/>
        </p:nvSpPr>
        <p:spPr>
          <a:xfrm>
            <a:off x="8081326" y="3153875"/>
            <a:ext cx="299952" cy="272838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5"/>
          <p:cNvGrpSpPr/>
          <p:nvPr/>
        </p:nvGrpSpPr>
        <p:grpSpPr>
          <a:xfrm>
            <a:off x="904277" y="515192"/>
            <a:ext cx="382958" cy="607111"/>
            <a:chOff x="6718575" y="2318625"/>
            <a:chExt cx="256950" cy="407375"/>
          </a:xfrm>
        </p:grpSpPr>
        <p:sp>
          <p:nvSpPr>
            <p:cNvPr id="159" name="Google Shape;159;p5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5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68" name="Google Shape;168;p5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5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"/>
          <p:cNvSpPr/>
          <p:nvPr/>
        </p:nvSpPr>
        <p:spPr>
          <a:xfrm flipH="1" rot="10800000">
            <a:off x="7663675" y="3684808"/>
            <a:ext cx="1034700" cy="8958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6"/>
          <p:cNvSpPr/>
          <p:nvPr/>
        </p:nvSpPr>
        <p:spPr>
          <a:xfrm rot="5400000">
            <a:off x="499599" y="157100"/>
            <a:ext cx="1146000" cy="13233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6"/>
          <p:cNvSpPr txBox="1"/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7" name="Google Shape;177;p6"/>
          <p:cNvSpPr txBox="1"/>
          <p:nvPr>
            <p:ph idx="1" type="body"/>
          </p:nvPr>
        </p:nvSpPr>
        <p:spPr>
          <a:xfrm>
            <a:off x="1734000" y="2414450"/>
            <a:ext cx="2667300" cy="26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8" name="Google Shape;178;p6"/>
          <p:cNvSpPr txBox="1"/>
          <p:nvPr>
            <p:ph idx="2" type="body"/>
          </p:nvPr>
        </p:nvSpPr>
        <p:spPr>
          <a:xfrm>
            <a:off x="4562088" y="2414450"/>
            <a:ext cx="2667300" cy="26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6"/>
          <p:cNvSpPr/>
          <p:nvPr/>
        </p:nvSpPr>
        <p:spPr>
          <a:xfrm flipH="1" rot="10800000">
            <a:off x="-123826" y="10589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 flipH="1" rot="10800000">
            <a:off x="638175" y="14401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 flipH="1" rot="10800000">
            <a:off x="1495424" y="-13165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 flipH="1" rot="10800000">
            <a:off x="327800" y="889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6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84" name="Google Shape;184;p6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6"/>
          <p:cNvSpPr/>
          <p:nvPr/>
        </p:nvSpPr>
        <p:spPr>
          <a:xfrm>
            <a:off x="203100" y="127017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904277" y="515192"/>
            <a:ext cx="382958" cy="607111"/>
            <a:chOff x="6718575" y="2318625"/>
            <a:chExt cx="256950" cy="407375"/>
          </a:xfrm>
        </p:grpSpPr>
        <p:sp>
          <p:nvSpPr>
            <p:cNvPr id="188" name="Google Shape;188;p6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6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6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6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97" name="Google Shape;197;p6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6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" name="Google Shape;201;p6"/>
          <p:cNvSpPr/>
          <p:nvPr/>
        </p:nvSpPr>
        <p:spPr>
          <a:xfrm flipH="1" rot="10800000">
            <a:off x="8486774" y="42307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 flipH="1" rot="10800000">
            <a:off x="8124824" y="46157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 flipH="1" rot="10800000">
            <a:off x="7821348" y="2935400"/>
            <a:ext cx="819900" cy="7098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 flipH="1" rot="10800000">
            <a:off x="8486775" y="351217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8772688" y="4461808"/>
            <a:ext cx="248073" cy="248058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" name="Google Shape;206;p6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07" name="Google Shape;207;p6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6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6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6"/>
          <p:cNvSpPr/>
          <p:nvPr/>
        </p:nvSpPr>
        <p:spPr>
          <a:xfrm>
            <a:off x="8081326" y="3153875"/>
            <a:ext cx="299952" cy="272838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 rot="5400000">
            <a:off x="499599" y="157100"/>
            <a:ext cx="1146000" cy="13233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7"/>
          <p:cNvSpPr txBox="1"/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18" name="Google Shape;218;p7"/>
          <p:cNvSpPr txBox="1"/>
          <p:nvPr>
            <p:ph idx="1" type="body"/>
          </p:nvPr>
        </p:nvSpPr>
        <p:spPr>
          <a:xfrm>
            <a:off x="1732700" y="2380900"/>
            <a:ext cx="2176800" cy="25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" name="Google Shape;219;p7"/>
          <p:cNvSpPr txBox="1"/>
          <p:nvPr>
            <p:ph idx="2" type="body"/>
          </p:nvPr>
        </p:nvSpPr>
        <p:spPr>
          <a:xfrm>
            <a:off x="4020972" y="2380900"/>
            <a:ext cx="2176800" cy="25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7"/>
          <p:cNvSpPr txBox="1"/>
          <p:nvPr>
            <p:ph idx="3" type="body"/>
          </p:nvPr>
        </p:nvSpPr>
        <p:spPr>
          <a:xfrm>
            <a:off x="6309245" y="2380900"/>
            <a:ext cx="2176800" cy="25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p7"/>
          <p:cNvSpPr/>
          <p:nvPr/>
        </p:nvSpPr>
        <p:spPr>
          <a:xfrm flipH="1" rot="10800000">
            <a:off x="-123826" y="10589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 flipH="1" rot="10800000">
            <a:off x="638175" y="14401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 flipH="1" rot="10800000">
            <a:off x="1495424" y="-13165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 flipH="1" rot="10800000">
            <a:off x="327800" y="889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7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26" name="Google Shape;226;p7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7"/>
          <p:cNvSpPr/>
          <p:nvPr/>
        </p:nvSpPr>
        <p:spPr>
          <a:xfrm>
            <a:off x="203100" y="127017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9" name="Google Shape;229;p7"/>
          <p:cNvGrpSpPr/>
          <p:nvPr/>
        </p:nvGrpSpPr>
        <p:grpSpPr>
          <a:xfrm>
            <a:off x="904277" y="515192"/>
            <a:ext cx="382958" cy="607111"/>
            <a:chOff x="6718575" y="2318625"/>
            <a:chExt cx="256950" cy="407375"/>
          </a:xfrm>
        </p:grpSpPr>
        <p:sp>
          <p:nvSpPr>
            <p:cNvPr id="230" name="Google Shape;230;p7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" name="Google Shape;238;p7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39" name="Google Shape;239;p7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7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 flipH="1" rot="10800000">
            <a:off x="7663675" y="3684808"/>
            <a:ext cx="1034700" cy="8958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6" name="Google Shape;246;p8"/>
          <p:cNvSpPr/>
          <p:nvPr/>
        </p:nvSpPr>
        <p:spPr>
          <a:xfrm rot="5400000">
            <a:off x="499599" y="157100"/>
            <a:ext cx="1146000" cy="13233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p8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>
                <a:solidFill>
                  <a:srgbClr val="43434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48" name="Google Shape;248;p8"/>
          <p:cNvSpPr/>
          <p:nvPr/>
        </p:nvSpPr>
        <p:spPr>
          <a:xfrm flipH="1" rot="10800000">
            <a:off x="-123826" y="10589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 flipH="1" rot="10800000">
            <a:off x="638175" y="14401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 flipH="1" rot="10800000">
            <a:off x="1495424" y="-13165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 flipH="1" rot="10800000">
            <a:off x="327800" y="889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8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53" name="Google Shape;253;p8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8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" name="Google Shape;255;p8"/>
          <p:cNvSpPr/>
          <p:nvPr/>
        </p:nvSpPr>
        <p:spPr>
          <a:xfrm>
            <a:off x="203100" y="127017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8"/>
          <p:cNvGrpSpPr/>
          <p:nvPr/>
        </p:nvGrpSpPr>
        <p:grpSpPr>
          <a:xfrm>
            <a:off x="904277" y="515192"/>
            <a:ext cx="382958" cy="607111"/>
            <a:chOff x="6718575" y="2318625"/>
            <a:chExt cx="256950" cy="407375"/>
          </a:xfrm>
        </p:grpSpPr>
        <p:sp>
          <p:nvSpPr>
            <p:cNvPr id="257" name="Google Shape;257;p8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" name="Google Shape;265;p8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66" name="Google Shape;266;p8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8"/>
          <p:cNvSpPr/>
          <p:nvPr/>
        </p:nvSpPr>
        <p:spPr>
          <a:xfrm flipH="1" rot="10800000">
            <a:off x="8486774" y="42307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 flipH="1" rot="10800000">
            <a:off x="8124824" y="46157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 flipH="1" rot="10800000">
            <a:off x="7821348" y="2935400"/>
            <a:ext cx="819900" cy="7098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 flipH="1" rot="10800000">
            <a:off x="8486775" y="351217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8772688" y="4461808"/>
            <a:ext cx="248073" cy="248058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8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76" name="Google Shape;276;p8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8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8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8"/>
          <p:cNvSpPr/>
          <p:nvPr/>
        </p:nvSpPr>
        <p:spPr>
          <a:xfrm>
            <a:off x="8081326" y="3153875"/>
            <a:ext cx="299952" cy="272838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4" name="Google Shape;284;p8"/>
          <p:cNvSpPr txBox="1"/>
          <p:nvPr/>
        </p:nvSpPr>
        <p:spPr>
          <a:xfrm>
            <a:off x="1359338" y="1557875"/>
            <a:ext cx="6419700" cy="3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/>
          <p:nvPr/>
        </p:nvSpPr>
        <p:spPr>
          <a:xfrm flipH="1" rot="10800000">
            <a:off x="7663675" y="3684808"/>
            <a:ext cx="1034700" cy="8958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7" name="Google Shape;287;p9"/>
          <p:cNvSpPr/>
          <p:nvPr/>
        </p:nvSpPr>
        <p:spPr>
          <a:xfrm rot="5400000">
            <a:off x="499599" y="157100"/>
            <a:ext cx="1146000" cy="13233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8" name="Google Shape;288;p9"/>
          <p:cNvSpPr/>
          <p:nvPr/>
        </p:nvSpPr>
        <p:spPr>
          <a:xfrm flipH="1" rot="10800000">
            <a:off x="-123826" y="10589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"/>
          <p:cNvSpPr/>
          <p:nvPr/>
        </p:nvSpPr>
        <p:spPr>
          <a:xfrm flipH="1" rot="10800000">
            <a:off x="638175" y="14401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 flipH="1" rot="10800000">
            <a:off x="1495424" y="-13165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 flipH="1" rot="10800000">
            <a:off x="327800" y="889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9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93" name="Google Shape;293;p9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" name="Google Shape;295;p9"/>
          <p:cNvSpPr/>
          <p:nvPr/>
        </p:nvSpPr>
        <p:spPr>
          <a:xfrm>
            <a:off x="203100" y="127017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9"/>
          <p:cNvGrpSpPr/>
          <p:nvPr/>
        </p:nvGrpSpPr>
        <p:grpSpPr>
          <a:xfrm>
            <a:off x="904277" y="515192"/>
            <a:ext cx="382958" cy="607111"/>
            <a:chOff x="6718575" y="2318625"/>
            <a:chExt cx="256950" cy="407375"/>
          </a:xfrm>
        </p:grpSpPr>
        <p:sp>
          <p:nvSpPr>
            <p:cNvPr id="297" name="Google Shape;297;p9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9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306" name="Google Shape;306;p9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9"/>
          <p:cNvSpPr/>
          <p:nvPr/>
        </p:nvSpPr>
        <p:spPr>
          <a:xfrm flipH="1" rot="10800000">
            <a:off x="8486774" y="42307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 flipH="1" rot="10800000">
            <a:off x="8124824" y="46157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 flipH="1" rot="10800000">
            <a:off x="7821348" y="2935400"/>
            <a:ext cx="819900" cy="7098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 flipH="1" rot="10800000">
            <a:off x="8486775" y="351217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8772688" y="4461808"/>
            <a:ext cx="248073" cy="248058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9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316" name="Google Shape;316;p9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9"/>
          <p:cNvSpPr/>
          <p:nvPr/>
        </p:nvSpPr>
        <p:spPr>
          <a:xfrm>
            <a:off x="8081326" y="3153875"/>
            <a:ext cx="299952" cy="272838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/>
          <p:nvPr/>
        </p:nvSpPr>
        <p:spPr>
          <a:xfrm flipH="1" rot="10800000">
            <a:off x="7663675" y="3684808"/>
            <a:ext cx="1034700" cy="8958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6" name="Google Shape;326;p10"/>
          <p:cNvSpPr/>
          <p:nvPr/>
        </p:nvSpPr>
        <p:spPr>
          <a:xfrm rot="5400000">
            <a:off x="499599" y="157100"/>
            <a:ext cx="1146000" cy="13233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10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 algn="ctr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28" name="Google Shape;328;p10"/>
          <p:cNvSpPr/>
          <p:nvPr/>
        </p:nvSpPr>
        <p:spPr>
          <a:xfrm flipH="1" rot="10800000">
            <a:off x="-123826" y="10589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 flipH="1" rot="10800000">
            <a:off x="638175" y="14401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 flipH="1" rot="10800000">
            <a:off x="1495424" y="-131650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 flipH="1" rot="10800000">
            <a:off x="327800" y="8892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10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333" name="Google Shape;333;p10"/>
            <p:cNvSpPr/>
            <p:nvPr/>
          </p:nvSpPr>
          <p:spPr>
            <a:xfrm>
              <a:off x="5975075" y="2474650"/>
              <a:ext cx="98325" cy="220450"/>
            </a:xfrm>
            <a:custGeom>
              <a:rect b="b" l="l" r="r" t="t"/>
              <a:pathLst>
                <a:path extrusionOk="0" h="8818" w="3933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0"/>
            <p:cNvSpPr/>
            <p:nvPr/>
          </p:nvSpPr>
          <p:spPr>
            <a:xfrm>
              <a:off x="6088025" y="2327500"/>
              <a:ext cx="307150" cy="388350"/>
            </a:xfrm>
            <a:custGeom>
              <a:rect b="b" l="l" r="r" t="t"/>
              <a:pathLst>
                <a:path extrusionOk="0" h="15534" w="12286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10"/>
          <p:cNvSpPr/>
          <p:nvPr/>
        </p:nvSpPr>
        <p:spPr>
          <a:xfrm>
            <a:off x="203100" y="1270177"/>
            <a:ext cx="166061" cy="287704"/>
          </a:xfrm>
          <a:custGeom>
            <a:rect b="b" l="l" r="r" t="t"/>
            <a:pathLst>
              <a:path extrusionOk="0" h="20565" w="1187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6" name="Google Shape;336;p10"/>
          <p:cNvGrpSpPr/>
          <p:nvPr/>
        </p:nvGrpSpPr>
        <p:grpSpPr>
          <a:xfrm>
            <a:off x="904277" y="515192"/>
            <a:ext cx="382958" cy="607111"/>
            <a:chOff x="6718575" y="2318625"/>
            <a:chExt cx="256950" cy="407375"/>
          </a:xfrm>
        </p:grpSpPr>
        <p:sp>
          <p:nvSpPr>
            <p:cNvPr id="337" name="Google Shape;337;p10"/>
            <p:cNvSpPr/>
            <p:nvPr/>
          </p:nvSpPr>
          <p:spPr>
            <a:xfrm>
              <a:off x="6795900" y="2673600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6795900" y="2650475"/>
              <a:ext cx="102300" cy="22550"/>
            </a:xfrm>
            <a:custGeom>
              <a:rect b="b" l="l" r="r" t="t"/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0"/>
            <p:cNvSpPr/>
            <p:nvPr/>
          </p:nvSpPr>
          <p:spPr>
            <a:xfrm>
              <a:off x="6795900" y="2696125"/>
              <a:ext cx="102300" cy="29875"/>
            </a:xfrm>
            <a:custGeom>
              <a:rect b="b" l="l" r="r" t="t"/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0"/>
            <p:cNvSpPr/>
            <p:nvPr/>
          </p:nvSpPr>
          <p:spPr>
            <a:xfrm>
              <a:off x="67849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0"/>
            <p:cNvSpPr/>
            <p:nvPr/>
          </p:nvSpPr>
          <p:spPr>
            <a:xfrm>
              <a:off x="6718575" y="2318625"/>
              <a:ext cx="256950" cy="307525"/>
            </a:xfrm>
            <a:custGeom>
              <a:rect b="b" l="l" r="r" t="t"/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0"/>
            <p:cNvSpPr/>
            <p:nvPr/>
          </p:nvSpPr>
          <p:spPr>
            <a:xfrm>
              <a:off x="6873825" y="2459275"/>
              <a:ext cx="35350" cy="166875"/>
            </a:xfrm>
            <a:custGeom>
              <a:rect b="b" l="l" r="r" t="t"/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0"/>
            <p:cNvSpPr/>
            <p:nvPr/>
          </p:nvSpPr>
          <p:spPr>
            <a:xfrm>
              <a:off x="6801975" y="2453200"/>
              <a:ext cx="90150" cy="19500"/>
            </a:xfrm>
            <a:custGeom>
              <a:rect b="b" l="l" r="r" t="t"/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0"/>
            <p:cNvSpPr/>
            <p:nvPr/>
          </p:nvSpPr>
          <p:spPr>
            <a:xfrm>
              <a:off x="6795900" y="2628550"/>
              <a:ext cx="102300" cy="25"/>
            </a:xfrm>
            <a:custGeom>
              <a:rect b="b" l="l" r="r" t="t"/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5" name="Google Shape;345;p10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346" name="Google Shape;346;p10"/>
            <p:cNvSpPr/>
            <p:nvPr/>
          </p:nvSpPr>
          <p:spPr>
            <a:xfrm>
              <a:off x="3951850" y="2985350"/>
              <a:ext cx="314800" cy="314825"/>
            </a:xfrm>
            <a:custGeom>
              <a:rect b="b" l="l" r="r" t="t"/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0"/>
            <p:cNvSpPr/>
            <p:nvPr/>
          </p:nvSpPr>
          <p:spPr>
            <a:xfrm>
              <a:off x="3988375" y="3021875"/>
              <a:ext cx="241750" cy="241750"/>
            </a:xfrm>
            <a:custGeom>
              <a:rect b="b" l="l" r="r" t="t"/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0"/>
            <p:cNvSpPr/>
            <p:nvPr/>
          </p:nvSpPr>
          <p:spPr>
            <a:xfrm>
              <a:off x="4024300" y="3058425"/>
              <a:ext cx="84650" cy="84650"/>
            </a:xfrm>
            <a:custGeom>
              <a:rect b="b" l="l" r="r" t="t"/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0"/>
            <p:cNvSpPr/>
            <p:nvPr/>
          </p:nvSpPr>
          <p:spPr>
            <a:xfrm>
              <a:off x="4205750" y="3248375"/>
              <a:ext cx="154050" cy="153475"/>
            </a:xfrm>
            <a:custGeom>
              <a:rect b="b" l="l" r="r" t="t"/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9050">
              <a:solidFill>
                <a:srgbClr val="1847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0" name="Google Shape;350;p10"/>
          <p:cNvSpPr/>
          <p:nvPr/>
        </p:nvSpPr>
        <p:spPr>
          <a:xfrm flipH="1" rot="10800000">
            <a:off x="8486774" y="4230775"/>
            <a:ext cx="819900" cy="7101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 flipH="1" rot="10800000">
            <a:off x="8124824" y="4615700"/>
            <a:ext cx="428700" cy="371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 flipH="1" rot="10800000">
            <a:off x="7821348" y="2935400"/>
            <a:ext cx="819900" cy="7098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 flipH="1" rot="10800000">
            <a:off x="8486775" y="3512175"/>
            <a:ext cx="358800" cy="3105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8772688" y="4461808"/>
            <a:ext cx="248073" cy="248058"/>
          </a:xfrm>
          <a:custGeom>
            <a:rect b="b" l="l" r="r" t="t"/>
            <a:pathLst>
              <a:path extrusionOk="0" h="16999" w="1700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" name="Google Shape;355;p10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356" name="Google Shape;356;p10"/>
            <p:cNvSpPr/>
            <p:nvPr/>
          </p:nvSpPr>
          <p:spPr>
            <a:xfrm>
              <a:off x="5575150" y="4959100"/>
              <a:ext cx="161225" cy="178300"/>
            </a:xfrm>
            <a:custGeom>
              <a:rect b="b" l="l" r="r" t="t"/>
              <a:pathLst>
                <a:path extrusionOk="0" h="7132" w="6449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0"/>
            <p:cNvSpPr/>
            <p:nvPr/>
          </p:nvSpPr>
          <p:spPr>
            <a:xfrm>
              <a:off x="5330925" y="4985350"/>
              <a:ext cx="128250" cy="148400"/>
            </a:xfrm>
            <a:custGeom>
              <a:rect b="b" l="l" r="r" t="t"/>
              <a:pathLst>
                <a:path extrusionOk="0" h="5936" w="513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5241175" y="5241175"/>
              <a:ext cx="180125" cy="109325"/>
            </a:xfrm>
            <a:custGeom>
              <a:rect b="b" l="l" r="r" t="t"/>
              <a:pathLst>
                <a:path extrusionOk="0" h="4373" w="7205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0"/>
            <p:cNvSpPr/>
            <p:nvPr/>
          </p:nvSpPr>
          <p:spPr>
            <a:xfrm>
              <a:off x="5461575" y="5316900"/>
              <a:ext cx="89175" cy="159975"/>
            </a:xfrm>
            <a:custGeom>
              <a:rect b="b" l="l" r="r" t="t"/>
              <a:pathLst>
                <a:path extrusionOk="0" h="6399" w="3567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5619100" y="5194175"/>
              <a:ext cx="161850" cy="89775"/>
            </a:xfrm>
            <a:custGeom>
              <a:rect b="b" l="l" r="r" t="t"/>
              <a:pathLst>
                <a:path extrusionOk="0" h="3591" w="6474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0"/>
            <p:cNvSpPr/>
            <p:nvPr/>
          </p:nvSpPr>
          <p:spPr>
            <a:xfrm>
              <a:off x="5420075" y="5116000"/>
              <a:ext cx="189300" cy="189925"/>
            </a:xfrm>
            <a:custGeom>
              <a:rect b="b" l="l" r="r" t="t"/>
              <a:pathLst>
                <a:path extrusionOk="0" h="7597" w="7572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10"/>
          <p:cNvSpPr/>
          <p:nvPr/>
        </p:nvSpPr>
        <p:spPr>
          <a:xfrm>
            <a:off x="8081326" y="3153875"/>
            <a:ext cx="299952" cy="272838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"/>
          <p:cNvSpPr/>
          <p:nvPr/>
        </p:nvSpPr>
        <p:spPr>
          <a:xfrm flipH="1" rot="10800000">
            <a:off x="8218352" y="4121459"/>
            <a:ext cx="685200" cy="593400"/>
          </a:xfrm>
          <a:custGeom>
            <a:rect b="b" l="l" r="r" t="t"/>
            <a:pathLst>
              <a:path extrusionOk="0" h="120000" w="12000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6" name="Google Shape;366;p11"/>
          <p:cNvSpPr/>
          <p:nvPr/>
        </p:nvSpPr>
        <p:spPr>
          <a:xfrm rot="5400000">
            <a:off x="388487" y="105212"/>
            <a:ext cx="944100" cy="1090200"/>
          </a:xfrm>
          <a:custGeom>
            <a:rect b="b" l="l" r="r" t="t"/>
            <a:pathLst>
              <a:path extrusionOk="0" h="120000" w="12000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b="100%" l="100%"/>
            </a:path>
            <a:tileRect r="-100%" t="-100%"/>
          </a:gra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67" name="Google Shape;367;p11"/>
          <p:cNvSpPr/>
          <p:nvPr/>
        </p:nvSpPr>
        <p:spPr>
          <a:xfrm flipH="1" rot="10800000">
            <a:off x="-123825" y="847792"/>
            <a:ext cx="674400" cy="5844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9B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 flipH="1" rot="10800000">
            <a:off x="503116" y="1161450"/>
            <a:ext cx="352800" cy="3054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 flipH="1" rot="10800000">
            <a:off x="1208424" y="-131812"/>
            <a:ext cx="674400" cy="5844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76200">
            <a:solidFill>
              <a:srgbClr val="18476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 flipH="1" rot="10800000">
            <a:off x="247753" y="49693"/>
            <a:ext cx="295200" cy="2556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00E1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 flipH="1" rot="10800000">
            <a:off x="8763568" y="4485979"/>
            <a:ext cx="543000" cy="4704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9525">
            <a:solidFill>
              <a:srgbClr val="1847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 flipH="1" rot="10800000">
            <a:off x="8523810" y="4741100"/>
            <a:ext cx="284100" cy="2457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3292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 flipH="1" rot="10800000">
            <a:off x="8322785" y="3628023"/>
            <a:ext cx="543000" cy="470100"/>
          </a:xfrm>
          <a:prstGeom prst="hexagon">
            <a:avLst>
              <a:gd fmla="val 28678" name="adj"/>
              <a:gd fmla="val 115470" name="vf"/>
            </a:avLst>
          </a:prstGeom>
          <a:solidFill>
            <a:srgbClr val="1847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 flipH="1" rot="10800000">
            <a:off x="8763569" y="4009882"/>
            <a:ext cx="237600" cy="205800"/>
          </a:xfrm>
          <a:prstGeom prst="hexagon">
            <a:avLst>
              <a:gd fmla="val 28678" name="adj"/>
              <a:gd fmla="val 115470" name="vf"/>
            </a:avLst>
          </a:prstGeom>
          <a:noFill/>
          <a:ln cap="flat" cmpd="sng" w="19050">
            <a:solidFill>
              <a:srgbClr val="00E1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1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78" name="Google Shape;378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79" name="Google Shape;37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3"/>
          <p:cNvSpPr txBox="1"/>
          <p:nvPr>
            <p:ph idx="1" type="body"/>
          </p:nvPr>
        </p:nvSpPr>
        <p:spPr>
          <a:xfrm>
            <a:off x="457200" y="1110996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rtl="0" algn="l">
              <a:spcBef>
                <a:spcPts val="400"/>
              </a:spcBef>
              <a:spcAft>
                <a:spcPts val="0"/>
              </a:spcAft>
              <a:buSzPts val="1224"/>
              <a:buChar char="◇"/>
              <a:defRPr/>
            </a:lvl1pPr>
            <a:lvl2pPr indent="-342900" lvl="1" marL="914400" rtl="0" algn="l">
              <a:spcBef>
                <a:spcPts val="324"/>
              </a:spcBef>
              <a:spcAft>
                <a:spcPts val="0"/>
              </a:spcAft>
              <a:buSzPts val="1800"/>
              <a:buChar char="￭"/>
              <a:defRPr/>
            </a:lvl2pPr>
            <a:lvl3pPr indent="-342900" lvl="2" marL="1371600" rtl="0" algn="l">
              <a:spcBef>
                <a:spcPts val="350"/>
              </a:spcBef>
              <a:spcAft>
                <a:spcPts val="0"/>
              </a:spcAft>
              <a:buSzPts val="1800"/>
              <a:buChar char="￮"/>
              <a:defRPr/>
            </a:lvl3pPr>
            <a:lvl4pPr indent="-342900" lvl="3" marL="1828800" rtl="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spcBef>
                <a:spcPts val="35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spcBef>
                <a:spcPts val="35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82" name="Google Shape;382;p13"/>
          <p:cNvSpPr txBox="1"/>
          <p:nvPr>
            <p:ph idx="10" type="dt"/>
          </p:nvPr>
        </p:nvSpPr>
        <p:spPr>
          <a:xfrm>
            <a:off x="3627693" y="4805958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13"/>
          <p:cNvSpPr txBox="1"/>
          <p:nvPr>
            <p:ph idx="11" type="ftr"/>
          </p:nvPr>
        </p:nvSpPr>
        <p:spPr>
          <a:xfrm>
            <a:off x="5556519" y="4805958"/>
            <a:ext cx="3087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13"/>
          <p:cNvSpPr txBox="1"/>
          <p:nvPr>
            <p:ph idx="12" type="sldNum"/>
          </p:nvPr>
        </p:nvSpPr>
        <p:spPr>
          <a:xfrm>
            <a:off x="8647272" y="4805958"/>
            <a:ext cx="365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385" name="Google Shape;385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noFill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Nixie One"/>
              <a:buNone/>
              <a:defRPr sz="4000"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◇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￭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￮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●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○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■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●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○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uli"/>
              <a:buChar char="■"/>
              <a:defRPr>
                <a:solidFill>
                  <a:srgbClr val="434343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3557" y="4785525"/>
            <a:ext cx="5487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 rt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5989800" y="0"/>
            <a:ext cx="3154200" cy="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64008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666666"/>
                </a:solidFill>
                <a:latin typeface="PMingLiu"/>
                <a:ea typeface="PMingLiu"/>
                <a:cs typeface="PMingLiu"/>
                <a:sym typeface="PMingLiu"/>
              </a:rPr>
              <a:t>世新大學資訊管理學系 教授 劉嘉傑</a:t>
            </a:r>
            <a:endParaRPr>
              <a:solidFill>
                <a:srgbClr val="666666"/>
              </a:solidFill>
              <a:latin typeface="PMingLiu"/>
              <a:ea typeface="PMingLiu"/>
              <a:cs typeface="PMingLiu"/>
              <a:sym typeface="PMingLiu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shu.edu.tw/BBS//Ann_AttchFile/27809/1092%E5%AD%B8%E7%94%9F%E7%B6%B2%E8%B7%AF%E9%81%B8%E8%AA%B2%E4%BD%9C%E6%A5%AD%E6%99%82%E9%96%93%E8%A1%A8%EF%BC%88%E5%85%AC%E5%91%8A%E7%94%A8%EF%BC%89.pdf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p.prntscr.com/zh-cn/index.html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jjliu@mail.shu.edu.tw" TargetMode="External"/><Relationship Id="rId4" Type="http://schemas.openxmlformats.org/officeDocument/2006/relationships/hyperlink" Target="http://www.nonwoven.org.tw/index.php?Act=0&amp;SK=11290&amp;MK=0&amp;PK=5345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shu.edu.tw/BBS//Ann_AttchFile/27809/1092%E5%AD%B8%E7%94%9F%E7%B6%B2%E8%B7%AF%E9%81%B8%E8%AA%B2%E4%BD%9C%E6%A5%AD%E6%99%82%E9%96%93%E8%A1%A8%EF%BC%88%E5%85%AC%E5%91%8A%E7%94%A8%EF%BC%89.pd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pt.cc/fIDm6x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 txBox="1"/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行動裝置程式設計</a:t>
            </a:r>
            <a:endParaRPr/>
          </a:p>
        </p:txBody>
      </p:sp>
      <p:sp>
        <p:nvSpPr>
          <p:cNvPr id="391" name="Google Shape;391;p14"/>
          <p:cNvSpPr txBox="1"/>
          <p:nvPr>
            <p:ph idx="1" type="subTitle"/>
          </p:nvPr>
        </p:nvSpPr>
        <p:spPr>
          <a:xfrm>
            <a:off x="1723950" y="2789729"/>
            <a:ext cx="56961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Abstract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"/>
          <p:cNvSpPr txBox="1"/>
          <p:nvPr/>
        </p:nvSpPr>
        <p:spPr>
          <a:xfrm>
            <a:off x="900750" y="1410800"/>
            <a:ext cx="73425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109學年度第2學期第三階段網路選課時間公告</a:t>
            </a:r>
            <a:endParaRPr sz="3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u="sng">
                <a:solidFill>
                  <a:schemeClr val="hlink"/>
                </a:solidFill>
                <a:hlinkClick r:id="rId3"/>
              </a:rPr>
              <a:t>https://www.shu.edu.tw/BBS//Ann_AttchFile/27809/1092%E5%AD%B8%E7%94%9F%E7%B6%B2%E8%B7%AF%E9%81%B8%E8%AA%B2%E4%BD%9C%E6%A5%AD%E6%99%82%E9%96%93%E8%A1%A8%EF%BC%88%E5%85%AC%E5%91%8A%E7%94%A8%EF%BC%89.pdf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0000"/>
                </a:solidFill>
                <a:latin typeface="Muli"/>
                <a:ea typeface="Muli"/>
                <a:cs typeface="Muli"/>
                <a:sym typeface="Muli"/>
              </a:rPr>
              <a:t>第三輪 A 各年級 2/26</a:t>
            </a:r>
            <a:endParaRPr sz="2400">
              <a:solidFill>
                <a:srgbClr val="FF000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97" name="Google Shape;397;p15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開課門檻20人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6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FF"/>
                </a:solidFill>
              </a:rPr>
              <a:t>教課書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03" name="Google Shape;403;p16"/>
          <p:cNvSpPr txBox="1"/>
          <p:nvPr/>
        </p:nvSpPr>
        <p:spPr>
          <a:xfrm>
            <a:off x="827400" y="3500350"/>
            <a:ext cx="7489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rgbClr val="0000FF"/>
                </a:solidFill>
                <a:latin typeface="Muli"/>
                <a:ea typeface="Muli"/>
                <a:cs typeface="Muli"/>
                <a:sym typeface="Muli"/>
              </a:rPr>
              <a:t>任何Android書籍</a:t>
            </a:r>
            <a:endParaRPr sz="6000">
              <a:solidFill>
                <a:srgbClr val="0000FF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04" name="Google Shape;404;p16"/>
          <p:cNvSpPr txBox="1"/>
          <p:nvPr/>
        </p:nvSpPr>
        <p:spPr>
          <a:xfrm>
            <a:off x="735550" y="1307600"/>
            <a:ext cx="74892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rgbClr val="FF0000"/>
                </a:solidFill>
                <a:latin typeface="Muli"/>
                <a:ea typeface="Muli"/>
                <a:cs typeface="Muli"/>
                <a:sym typeface="Muli"/>
              </a:rPr>
              <a:t>Android 8.X App</a:t>
            </a:r>
            <a:endParaRPr sz="6000">
              <a:solidFill>
                <a:srgbClr val="FF0000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>
                <a:solidFill>
                  <a:srgbClr val="FF0000"/>
                </a:solidFill>
                <a:latin typeface="Muli"/>
                <a:ea typeface="Muli"/>
                <a:cs typeface="Muli"/>
                <a:sym typeface="Muli"/>
              </a:rPr>
              <a:t>深石 王安邦</a:t>
            </a:r>
            <a:endParaRPr sz="6000">
              <a:solidFill>
                <a:srgbClr val="FF0000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7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0000FF"/>
                </a:solidFill>
              </a:rPr>
              <a:t>上課方式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1388550" y="2143800"/>
            <a:ext cx="63669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7200">
                <a:solidFill>
                  <a:srgbClr val="FF0000"/>
                </a:solidFill>
                <a:latin typeface="Muli"/>
                <a:ea typeface="Muli"/>
                <a:cs typeface="Muli"/>
                <a:sym typeface="Muli"/>
              </a:rPr>
              <a:t>上機 &amp; Debug</a:t>
            </a:r>
            <a:endParaRPr sz="7200">
              <a:solidFill>
                <a:srgbClr val="FF0000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成績計算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900750" y="1410800"/>
            <a:ext cx="74997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●"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上課成績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○"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LightShot 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■"/>
            </a:pPr>
            <a:r>
              <a:rPr lang="zh-TW" sz="2400" u="sng">
                <a:solidFill>
                  <a:schemeClr val="hlink"/>
                </a:solidFill>
                <a:latin typeface="Muli"/>
                <a:ea typeface="Muli"/>
                <a:cs typeface="Muli"/>
                <a:sym typeface="Muli"/>
                <a:hlinkClick r:id="rId3"/>
              </a:rPr>
              <a:t>https://app.prntscr.com/zh-cn/index.html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○"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點名成績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9"/>
          <p:cNvSpPr txBox="1"/>
          <p:nvPr/>
        </p:nvSpPr>
        <p:spPr>
          <a:xfrm>
            <a:off x="900750" y="1410800"/>
            <a:ext cx="74997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●"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有任何感冒，咳嗽，身體不適者，請請假在家休息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●"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任何不適請假，在下課前email：</a:t>
            </a:r>
            <a:r>
              <a:rPr lang="zh-TW" sz="2400" u="sng">
                <a:solidFill>
                  <a:schemeClr val="hlink"/>
                </a:solidFill>
                <a:latin typeface="Muli"/>
                <a:ea typeface="Muli"/>
                <a:cs typeface="Muli"/>
                <a:sym typeface="Muli"/>
                <a:hlinkClick r:id="rId3"/>
              </a:rPr>
              <a:t>jjliu@mail.shu.edu.tw</a:t>
            </a: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提出者，一律準假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uli"/>
              <a:buChar char="●"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教室儘可能開窗，上課儘量戴口罩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uli"/>
              <a:buChar char="○"/>
            </a:pPr>
            <a:r>
              <a:rPr lang="zh-TW" sz="18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『口罩』的空氣過濾的原理和使用口罩時的應注意事項</a:t>
            </a:r>
            <a:r>
              <a:rPr lang="zh-TW" sz="1800" u="sng">
                <a:solidFill>
                  <a:schemeClr val="hlink"/>
                </a:solidFill>
                <a:hlinkClick r:id="rId4"/>
              </a:rPr>
              <a:t>http://www.nonwoven.org.tw/index.php?Act=0&amp;SK=11290&amp;MK=0&amp;PK=5345</a:t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22" name="Google Shape;422;p19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注意事項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0"/>
          <p:cNvSpPr txBox="1"/>
          <p:nvPr/>
        </p:nvSpPr>
        <p:spPr>
          <a:xfrm>
            <a:off x="900750" y="1410800"/>
            <a:ext cx="7342500" cy="3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chemeClr val="dk1"/>
                </a:solidFill>
                <a:latin typeface="Muli"/>
                <a:ea typeface="Muli"/>
                <a:cs typeface="Muli"/>
                <a:sym typeface="Muli"/>
              </a:rPr>
              <a:t>109學年度第2學期第三階段網路選課時間公告</a:t>
            </a:r>
            <a:endParaRPr sz="30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u="sng">
                <a:solidFill>
                  <a:schemeClr val="hlink"/>
                </a:solidFill>
                <a:hlinkClick r:id="rId3"/>
              </a:rPr>
              <a:t>https://www.shu.edu.tw/BBS//Ann_AttchFile/27809/1092%E5%AD%B8%E7%94%9F%E7%B6%B2%E8%B7%AF%E9%81%B8%E8%AA%B2%E4%BD%9C%E6%A5%AD%E6%99%82%E9%96%93%E8%A1%A8%EF%BC%88%E5%85%AC%E5%91%8A%E7%94%A8%EF%BC%89.pdf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uli"/>
              <a:ea typeface="Muli"/>
              <a:cs typeface="Muli"/>
              <a:sym typeface="Mul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>
                <a:solidFill>
                  <a:srgbClr val="FF0000"/>
                </a:solidFill>
                <a:latin typeface="Muli"/>
                <a:ea typeface="Muli"/>
                <a:cs typeface="Muli"/>
                <a:sym typeface="Muli"/>
              </a:rPr>
              <a:t>第三輪 A 各年級 2/26</a:t>
            </a:r>
            <a:endParaRPr sz="2400">
              <a:solidFill>
                <a:srgbClr val="FF0000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428" name="Google Shape;428;p20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開課門檻20人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1"/>
          <p:cNvSpPr txBox="1"/>
          <p:nvPr>
            <p:ph type="title"/>
          </p:nvPr>
        </p:nvSpPr>
        <p:spPr>
          <a:xfrm>
            <a:off x="2615450" y="399425"/>
            <a:ext cx="587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0000"/>
                </a:solidFill>
              </a:rPr>
              <a:t>程式資源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661500" y="2220450"/>
            <a:ext cx="78210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6000" u="sng">
                <a:solidFill>
                  <a:schemeClr val="hlink"/>
                </a:solidFill>
                <a:hlinkClick r:id="rId3"/>
              </a:rPr>
              <a:t>https://ppt.cc/fIDm6x</a:t>
            </a:r>
            <a:endParaRPr b="1" sz="6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/>
          </a:p>
        </p:txBody>
      </p:sp>
      <p:sp>
        <p:nvSpPr>
          <p:cNvPr id="435" name="Google Shape;435;p21"/>
          <p:cNvSpPr txBox="1"/>
          <p:nvPr/>
        </p:nvSpPr>
        <p:spPr>
          <a:xfrm>
            <a:off x="661500" y="3829350"/>
            <a:ext cx="79203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https://drive.google.com/drive/folders/1TQ27_5a5wcCseunms6IS2051GrhH37L7?usp=sharing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2"/>
          <p:cNvSpPr txBox="1"/>
          <p:nvPr>
            <p:ph type="title"/>
          </p:nvPr>
        </p:nvSpPr>
        <p:spPr>
          <a:xfrm>
            <a:off x="2611350" y="2249100"/>
            <a:ext cx="39213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系統安裝測試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mogen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
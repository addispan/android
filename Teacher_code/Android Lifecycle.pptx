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a1d1c96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a1d1c96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Android Lifecycle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568338"/>
            <a:ext cx="8991600" cy="4006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